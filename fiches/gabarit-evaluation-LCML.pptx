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" y="393192"/>
            <a:ext cx="6163056" cy="749808"/>
          </a:xfrm>
          <a:prstGeom prst="roundRect">
            <a:avLst>
              <a:gd name="adj" fmla="val 15000"/>
            </a:avLst>
          </a:prstGeom>
          <a:solidFill>
            <a:srgbClr val="F7EFE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180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0" tIns="54864" bIns="0"/>
          <a:lstStyle/>
          <a:p>
            <a:pPr algn="l">
              <a:defRPr sz="850" b="1">
                <a:solidFill>
                  <a:srgbClr val="000000"/>
                </a:solidFill>
                <a:latin typeface="Fredoka"/>
              </a:defRPr>
            </a:pPr>
            <a:r>
              <a:t>Prénom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1620" y="868680"/>
            <a:ext cx="809244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74036" y="457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350" b="1">
                <a:solidFill>
                  <a:srgbClr val="B16A09"/>
                </a:solidFill>
                <a:latin typeface="Fredoka"/>
              </a:defRPr>
            </a:pPr>
            <a:r>
              <a:t>COURS DE FRANÇAIS</a:t>
            </a:r>
          </a:p>
          <a:p>
            <a:pPr algn="ctr">
              <a:defRPr sz="1800" b="1">
                <a:solidFill>
                  <a:srgbClr val="000000"/>
                </a:solidFill>
                <a:latin typeface="League Spartan"/>
              </a:defRPr>
            </a:pPr>
            <a:r>
              <a:t>TITRE DE LA LEÇON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0" tIns="146304" bIns="0"/>
          <a:lstStyle/>
          <a:p>
            <a:pPr algn="l">
              <a:defRPr sz="1050" b="1">
                <a:solidFill>
                  <a:srgbClr val="000000"/>
                </a:solidFill>
                <a:latin typeface="League Spartan"/>
              </a:defRPr>
            </a:pPr>
            <a:r>
              <a:t>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" y="1257300"/>
            <a:ext cx="6163056" cy="411480"/>
          </a:xfrm>
          <a:prstGeom prst="roundRect">
            <a:avLst>
              <a:gd name="adj" fmla="val 15000"/>
            </a:avLst>
          </a:prstGeom>
          <a:solidFill>
            <a:srgbClr val="F7EFE2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B16A09"/>
                </a:solidFill>
                <a:latin typeface="Comic Neue"/>
              </a:defRPr>
            </a:pPr>
            <a:r>
              <a:t>Lis attentivement chaque consigne, puis réponds. Soigne ton écriture et relis-toi à la fin.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275588"/>
            <a:ext cx="73152" cy="374904"/>
          </a:xfrm>
          <a:prstGeom prst="rect">
            <a:avLst/>
          </a:prstGeom>
          <a:solidFill>
            <a:srgbClr val="B16A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744675"/>
            <a:ext cx="6163056" cy="347472"/>
          </a:xfrm>
          <a:prstGeom prst="roundRect">
            <a:avLst>
              <a:gd name="adj" fmla="val 15000"/>
            </a:avLst>
          </a:prstGeom>
          <a:solidFill>
            <a:srgbClr val="B16A0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0"/>
          <a:lstStyle/>
          <a:p>
            <a:pPr algn="l">
              <a:defRPr sz="1300" b="1">
                <a:solidFill>
                  <a:srgbClr val="FFFFFF"/>
                </a:solidFill>
                <a:latin typeface="Comic Neue"/>
              </a:defRPr>
            </a:pPr>
            <a:r>
              <a:t>1. Titre de l'exercice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092147"/>
            <a:ext cx="6163056" cy="2578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" y="2092147"/>
            <a:ext cx="616305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" y="2194560"/>
            <a:ext cx="5797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i="1" b="1">
                <a:solidFill>
                  <a:srgbClr val="B16A09"/>
                </a:solidFill>
                <a:latin typeface="Comic Neue"/>
              </a:defRPr>
            </a:pPr>
            <a:r>
              <a:t>a. Consigne de l'exercice ou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" y="283464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108" y="338328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" y="393192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" y="393192"/>
            <a:ext cx="6163056" cy="749808"/>
          </a:xfrm>
          <a:prstGeom prst="roundRect">
            <a:avLst>
              <a:gd name="adj" fmla="val 15000"/>
            </a:avLst>
          </a:prstGeom>
          <a:solidFill>
            <a:srgbClr val="FBE7E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180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0" tIns="54864" bIns="0"/>
          <a:lstStyle/>
          <a:p>
            <a:pPr algn="l">
              <a:defRPr sz="850" b="1">
                <a:solidFill>
                  <a:srgbClr val="000000"/>
                </a:solidFill>
                <a:latin typeface="Fredoka"/>
              </a:defRPr>
            </a:pPr>
            <a:r>
              <a:t>Prénom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1620" y="868680"/>
            <a:ext cx="809244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74036" y="457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350" b="1">
                <a:solidFill>
                  <a:srgbClr val="C8102E"/>
                </a:solidFill>
                <a:latin typeface="Fredoka"/>
              </a:defRPr>
            </a:pPr>
            <a:r>
              <a:t>COURS DE MATHÉMATIQUES</a:t>
            </a:r>
          </a:p>
          <a:p>
            <a:pPr algn="ctr">
              <a:defRPr sz="1800" b="1">
                <a:solidFill>
                  <a:srgbClr val="000000"/>
                </a:solidFill>
                <a:latin typeface="League Spartan"/>
              </a:defRPr>
            </a:pPr>
            <a:r>
              <a:t>TITRE DE LA LEÇON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0" tIns="146304" bIns="0"/>
          <a:lstStyle/>
          <a:p>
            <a:pPr algn="l">
              <a:defRPr sz="1050" b="1">
                <a:solidFill>
                  <a:srgbClr val="000000"/>
                </a:solidFill>
                <a:latin typeface="League Spartan"/>
              </a:defRPr>
            </a:pPr>
            <a:r>
              <a:t>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" y="1257300"/>
            <a:ext cx="6163056" cy="411480"/>
          </a:xfrm>
          <a:prstGeom prst="roundRect">
            <a:avLst>
              <a:gd name="adj" fmla="val 15000"/>
            </a:avLst>
          </a:prstGeom>
          <a:solidFill>
            <a:srgbClr val="FBE7E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C8102E"/>
                </a:solidFill>
                <a:latin typeface="Comic Neue"/>
              </a:defRPr>
            </a:pPr>
            <a:r>
              <a:t>Lis attentivement chaque consigne, puis réponds. Soigne ton écriture et relis-toi à la fin.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275588"/>
            <a:ext cx="73152" cy="374904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744675"/>
            <a:ext cx="6163056" cy="347472"/>
          </a:xfrm>
          <a:prstGeom prst="roundRect">
            <a:avLst>
              <a:gd name="adj" fmla="val 15000"/>
            </a:avLst>
          </a:prstGeom>
          <a:solidFill>
            <a:srgbClr val="C8102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0"/>
          <a:lstStyle/>
          <a:p>
            <a:pPr algn="l">
              <a:defRPr sz="1300" b="1">
                <a:solidFill>
                  <a:srgbClr val="FFFFFF"/>
                </a:solidFill>
                <a:latin typeface="Comic Neue"/>
              </a:defRPr>
            </a:pPr>
            <a:r>
              <a:t>1. Titre de l'exercice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092147"/>
            <a:ext cx="6163056" cy="2578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" y="2092147"/>
            <a:ext cx="616305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" y="2194560"/>
            <a:ext cx="5797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i="1" b="1">
                <a:solidFill>
                  <a:srgbClr val="C8102E"/>
                </a:solidFill>
                <a:latin typeface="Comic Neue"/>
              </a:defRPr>
            </a:pPr>
            <a:r>
              <a:t>a. Consigne de l'exercice ou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" y="283464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108" y="338328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" y="393192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1228" y="393192"/>
            <a:ext cx="6163056" cy="749808"/>
          </a:xfrm>
          <a:prstGeom prst="roundRect">
            <a:avLst>
              <a:gd name="adj" fmla="val 15000"/>
            </a:avLst>
          </a:prstGeom>
          <a:solidFill>
            <a:srgbClr val="EEF6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40180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rIns="0" tIns="54864" bIns="0"/>
          <a:lstStyle/>
          <a:p>
            <a:pPr algn="l">
              <a:defRPr sz="850" b="1">
                <a:solidFill>
                  <a:srgbClr val="000000"/>
                </a:solidFill>
                <a:latin typeface="Fredoka"/>
              </a:defRPr>
            </a:pPr>
            <a:r>
              <a:t>Prénom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531620" y="868680"/>
            <a:ext cx="809244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574036" y="457200"/>
            <a:ext cx="23774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200"/>
              </a:spcAft>
              <a:defRPr sz="1350" b="1">
                <a:solidFill>
                  <a:srgbClr val="2F8457"/>
                </a:solidFill>
                <a:latin typeface="Fredoka"/>
              </a:defRPr>
            </a:pPr>
            <a:r>
              <a:t>COURS D'ÉVEIL</a:t>
            </a:r>
          </a:p>
          <a:p>
            <a:pPr algn="ctr">
              <a:defRPr sz="1800" b="1">
                <a:solidFill>
                  <a:srgbClr val="000000"/>
                </a:solidFill>
                <a:latin typeface="League Spartan"/>
              </a:defRPr>
            </a:pPr>
            <a:r>
              <a:t>TITRE DE LA LEÇON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24144" y="512064"/>
            <a:ext cx="1000353" cy="51435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4300" rIns="0" tIns="146304" bIns="0"/>
          <a:lstStyle/>
          <a:p>
            <a:pPr algn="l">
              <a:defRPr sz="1050" b="1">
                <a:solidFill>
                  <a:srgbClr val="000000"/>
                </a:solidFill>
                <a:latin typeface="League Spartan"/>
              </a:defRPr>
            </a:pPr>
            <a:r>
              <a:t>XXX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1228" y="1257300"/>
            <a:ext cx="6163056" cy="411480"/>
          </a:xfrm>
          <a:prstGeom prst="roundRect">
            <a:avLst>
              <a:gd name="adj" fmla="val 15000"/>
            </a:avLst>
          </a:prstGeom>
          <a:solidFill>
            <a:srgbClr val="EEF6F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>
              <a:defRPr sz="1100" b="1">
                <a:solidFill>
                  <a:srgbClr val="2F8457"/>
                </a:solidFill>
                <a:latin typeface="Comic Neue"/>
              </a:defRPr>
            </a:pPr>
            <a:r>
              <a:t>Lis attentivement chaque consigne, puis réponds. Soigne ton écriture et relis-toi à la fin.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" y="1275588"/>
            <a:ext cx="73152" cy="374904"/>
          </a:xfrm>
          <a:prstGeom prst="rect">
            <a:avLst/>
          </a:prstGeom>
          <a:solidFill>
            <a:srgbClr val="2F8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" y="1744675"/>
            <a:ext cx="6163056" cy="347472"/>
          </a:xfrm>
          <a:prstGeom prst="roundRect">
            <a:avLst>
              <a:gd name="adj" fmla="val 15000"/>
            </a:avLst>
          </a:prstGeom>
          <a:solidFill>
            <a:srgbClr val="2F845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0"/>
          <a:lstStyle/>
          <a:p>
            <a:pPr algn="l">
              <a:defRPr sz="1300" b="1">
                <a:solidFill>
                  <a:srgbClr val="FFFFFF"/>
                </a:solidFill>
                <a:latin typeface="Comic Neue"/>
              </a:defRPr>
            </a:pPr>
            <a:r>
              <a:t>1. Titre de l'exercice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1228" y="2092147"/>
            <a:ext cx="6163056" cy="25786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681228" y="2092147"/>
            <a:ext cx="6163056" cy="0"/>
          </a:xfrm>
          <a:prstGeom prst="line">
            <a:avLst/>
          </a:prstGeom>
          <a:ln w="254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4108" y="2194560"/>
            <a:ext cx="57972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i="1" b="1">
                <a:solidFill>
                  <a:srgbClr val="2F8457"/>
                </a:solidFill>
                <a:latin typeface="Comic Neue"/>
              </a:defRPr>
            </a:pPr>
            <a:r>
              <a:t>a. Consigne de l'exercice ou question.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64108" y="283464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64108" y="338328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64108" y="3931920"/>
            <a:ext cx="5797296" cy="0"/>
          </a:xfrm>
          <a:prstGeom prst="line">
            <a:avLst/>
          </a:prstGeom>
          <a:ln w="15240">
            <a:solidFill>
              <a:srgbClr val="9AA3B2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