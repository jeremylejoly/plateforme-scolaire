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F7EFE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B16A09"/>
                </a:solidFill>
                <a:latin typeface="Fredoka"/>
              </a:defRPr>
            </a:pPr>
            <a:r>
              <a:t>COURS DE FRANÇAIS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F7EFE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B16A09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B16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B16A0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4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B16A09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FBE7E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C8102E"/>
                </a:solidFill>
                <a:latin typeface="Fredoka"/>
              </a:defRPr>
            </a:pPr>
            <a:r>
              <a:t>COURS DE MATHÉMATIQUES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FBE7E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C8102E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4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C8102E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EEF6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2F8457"/>
                </a:solidFill>
                <a:latin typeface="Fredoka"/>
              </a:defRPr>
            </a:pPr>
            <a:r>
              <a:t>COURS D'ÉVEIL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EEF6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2F8457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2F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2F845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4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2F8457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